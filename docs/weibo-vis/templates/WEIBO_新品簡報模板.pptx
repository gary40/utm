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 PRODUCT · 2026 Q4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ACEFAST T8 真無線藍牙耳機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上市提案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台灣總代理 ｜ 對象：momo・PChome MD／區域經銷商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 ｜ 電商通路部 ｜ 2026.09（範例內容，請替換）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5961888"/>
            <a:ext cx="1655064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90488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　WEIBO Technology Trade Co.,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今天要談的五件事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18288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產品定位與三大賣點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規格與包裝內容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同價位競品比較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上市時程與行銷資源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價格結構與供貨條件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828800"/>
            <a:ext cx="5093208" cy="3108960"/>
          </a:xfrm>
          <a:prstGeom prst="roundRect">
            <a:avLst>
              <a:gd name="adj" fmla="val 3529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84848" y="199339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本次提案重點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784848" y="2395728"/>
            <a:ext cx="4690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首批 2,000 pcs 現貨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建議售價 NT$ 1,990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10/01 momo 首賣、11/11 KOL ×3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個月原廠保固，太保倉 D+1 出貨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ABOUT WEIBO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WEIBO 威柏科技：台灣最強品牌落地能力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1645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 年成立，專營 3C 品牌總代理。以供應鏈管理、全通路營運與資訊系統整合，協助國際品牌在 500+ 實體據點與 11 個主流電商平台快速落地。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" y="2606040"/>
            <a:ext cx="359968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77063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 ｜ WEiZ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172968"/>
            <a:ext cx="319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自營專櫃與商城（嘉義・高雄・台中），OMO 整合，直接面對消費者。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4632" y="2606040"/>
            <a:ext cx="3599688" cy="2377440"/>
          </a:xfrm>
          <a:prstGeom prst="roundRect">
            <a:avLst>
              <a:gd name="adj" fmla="val 4615"/>
            </a:avLst>
          </a:prstGeom>
          <a:solidFill>
            <a:srgbClr val="EEEEFF"/>
          </a:solidFill>
          <a:ln w="12700">
            <a:solidFill>
              <a:srgbClr val="525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5800" y="277063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科技 ｜ WEIBO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95800" y="3172968"/>
            <a:ext cx="319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代理、供應鏈、全通路營運、資訊系統。讓品牌被看見、被喜歡、被信任。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77200" y="2606040"/>
            <a:ext cx="359968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8368" y="277063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 ｜ WEILIFE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78368" y="3172968"/>
            <a:ext cx="319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台灣原創 3C 品牌，自主開發具設計感與實用性的生活產品。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" y="5212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WiWU ・ ACEFAST ・ SMASMALL 昔馬 ・ FRAMULA 芬乘（總代理）　另有 50+ 經銷品牌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一句話賣點：40 小時續航的主動降噪耳機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7830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產品去背圖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（替換：白底或透明背景，佔框 70%）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40h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總續航（含充電盒）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ANC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主動降噪 −35dB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IPX5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防水防汗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個月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原廠保固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4937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目標客群：通勤與健身的 25–40 歲上班族；購買動機：預算 2,000 內想要 ANC。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規格與包裝內容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37360"/>
          <a:ext cx="1116482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1554480"/>
                <a:gridCol w="40325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藍牙版本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5.3，雙耳同時傳輸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單耳續航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小時（ANC 關）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Qualcomm QCC3071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小時，Type-C 快充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驅動單體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10mm 動圈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混合式 −35dB ＋ ENC 通話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單耳 4.6g ／ 含盒 48g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aptX Adaptive・AAC・SBC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包裝內容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耳機・充電盒・耳塞 S/M/L・線・說明書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顏色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黑・白・藍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保固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 個月（原廠）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與同價位競品比較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37360"/>
          <a:ext cx="1116482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9352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ACEFAST T8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 A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 B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建議售價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NT$ 1,990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NT$ 2,290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NT$ 1,890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總續航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小時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小時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 小時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−35dB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ENC 通話降噪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IPX4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 個月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台灣售後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威柏太保倉 D+2 檢測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原廠寄送海外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通路代收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12064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資料日期 2026.09；競品價格取 momo 頁面標價，替換時請更新。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上市時程與檔期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828800"/>
            <a:ext cx="2654046" cy="2194560"/>
          </a:xfrm>
          <a:prstGeom prst="roundRect">
            <a:avLst>
              <a:gd name="adj" fmla="val 4167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377440"/>
            <a:ext cx="22882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 首賣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站內 BN、mo 幣回饋 5%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關鍵字廣告首週 $1,000/品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8990" y="1828800"/>
            <a:ext cx="2654046" cy="2194560"/>
          </a:xfrm>
          <a:prstGeom prst="roundRect">
            <a:avLst>
              <a:gd name="adj" fmla="val 4167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31870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10/15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31870" y="2377440"/>
            <a:ext cx="22882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PChome 24h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3C 品類活動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品牌館上架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5916" y="1828800"/>
            <a:ext cx="2654046" cy="2194560"/>
          </a:xfrm>
          <a:prstGeom prst="roundRect">
            <a:avLst>
              <a:gd name="adj" fmla="val 4167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68796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68796" y="2377440"/>
            <a:ext cx="22882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11 檔期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KOL ×3 開箱（我是賴瑞等）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折扣：滿千折百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22842" y="1828800"/>
            <a:ext cx="2654046" cy="2194560"/>
          </a:xfrm>
          <a:prstGeom prst="roundRect">
            <a:avLst>
              <a:gd name="adj" fmla="val 4167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05722" y="1993392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12/01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05722" y="2377440"/>
            <a:ext cx="22882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實體通路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燦坤・全國電子・三井 3C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三櫃體驗陳列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12064" y="4343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每一檔提報表由電商通路部於檔期前 14 天送 MD／PM，回壓後於前台巡查。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PRICING &amp;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價格結構與供貨條件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47672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價格結構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50008"/>
            <a:ext cx="5084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建議售價　NT$ 1,990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經銷價　　依合約級距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活動價　　最低 NT$ 1,690（限雙 11）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最低售價　依經銷合約，不得低於 NT$ 1,590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344" y="1783080"/>
            <a:ext cx="5495544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82512" y="1947672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供貨與售後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2350008"/>
            <a:ext cx="5093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首批到貨　2,000 pcs（2026.09.25 入太保倉）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　　　D+1，momo 轉單／三方物流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保固　　　18 個月原廠保固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檢測維修　威柏售後 D+2 判定、D+7 完修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" y="5029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報價有效 30 天，含稅未含運；單筆滿 3 萬免運。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MARKETING SUPPORT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威柏提供的行銷資源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6089904"/>
            <a:ext cx="152704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62488" y="6089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783080"/>
            <a:ext cx="359968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350008"/>
            <a:ext cx="319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主圖、情境圖、短影音 15s／30s、圓標底標、活動 BN 模板；上架前 7 天交付。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4632" y="1783080"/>
            <a:ext cx="359968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95800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KOL 與口碑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95800" y="2350008"/>
            <a:ext cx="319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我是賴瑞、Onion man 洋蔥男、人夫阿康開箱；Dcard／PTT 體驗文佈局。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7200" y="1783080"/>
            <a:ext cx="359968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8368" y="1947672"/>
            <a:ext cx="319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廣告與流量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8368" y="2350008"/>
            <a:ext cx="3197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站內關鍵字廣告出價、ROAS 監控；站外社群與聯盟行銷導流（UTM 追蹤）。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A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讓品牌在台灣被看見、被喜歡、被信任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｜ 05-3209919 #236 ｜ weibo.sd8@weiboltd.com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6D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 ｜ 嘉義縣太保市健康路 187 號 1 樓 ｜ www.weiboltd.com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961888"/>
            <a:ext cx="165506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WEIBO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WEIBO 新品簡報模板</dc:title>
  <dc:subject>PptxGenJS Presentation</dc:subject>
  <dc:creator>威柏科技貿易有限公司</dc:creator>
  <cp:lastModifiedBy>威柏科技貿易有限公司</cp:lastModifiedBy>
  <cp:revision>1</cp:revision>
  <dcterms:created xsi:type="dcterms:W3CDTF">2026-09-10T06:57:31Z</dcterms:created>
  <dcterms:modified xsi:type="dcterms:W3CDTF">2026-09-10T06:57:31Z</dcterms:modified>
</cp:coreProperties>
</file>