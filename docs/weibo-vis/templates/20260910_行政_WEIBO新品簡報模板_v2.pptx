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03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D6D5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 PRODUCT  ·  2026 Q4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ACEFAST T8 真無線藍牙耳機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上市提案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台灣總代理 ｜ 對象：momo・PChome MD／區域經銷商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威柏科技貿易有限公司 ｜ 電商通路部 ｜ 2026.09（範例內容，請替換）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925312"/>
            <a:ext cx="1655064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153912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威柏科技貿易有限公司　WEIBO Technology Trade Co., Ltd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92608"/>
            <a:ext cx="141732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965960" y="502920"/>
            <a:ext cx="164592" cy="566928"/>
          </a:xfrm>
          <a:prstGeom prst="line">
            <a:avLst/>
          </a:prstGeom>
          <a:noFill/>
          <a:ln w="15875">
            <a:solidFill>
              <a:srgbClr val="A3A3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286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B8B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AGENDA｜今天要談的五件事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3584"/>
            <a:ext cx="6035040" cy="1005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813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一次講清楚：定位、規格、競品、時程、條件</a:t>
            </a:r>
            <a:endParaRPr lang="en-US" sz="2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035040"/>
            <a:ext cx="1645920" cy="2743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405872" y="599846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0405872" y="59984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01 / 10</a:t>
            </a:r>
            <a:endParaRPr lang="en-US" sz="950" dirty="0"/>
          </a:p>
        </p:txBody>
      </p:sp>
      <p:sp>
        <p:nvSpPr>
          <p:cNvPr id="10" name="Shape 5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487168"/>
            <a:ext cx="237744" cy="23774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887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7"/>
          <p:cNvSpPr txBox="1"/>
          <p:nvPr/>
        </p:nvSpPr>
        <p:spPr>
          <a:xfrm>
            <a:off x="1691640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產品定位與三大賣點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548640" y="3035808"/>
            <a:ext cx="457200" cy="457200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145536"/>
            <a:ext cx="237744" cy="23774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18872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0"/>
          <p:cNvSpPr txBox="1"/>
          <p:nvPr/>
        </p:nvSpPr>
        <p:spPr>
          <a:xfrm>
            <a:off x="1691640" y="30358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規格與包裝內容</a:t>
            </a: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48640" y="3694176"/>
            <a:ext cx="457200" cy="457200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3803904"/>
            <a:ext cx="237744" cy="23774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18872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3"/>
          <p:cNvSpPr txBox="1"/>
          <p:nvPr/>
        </p:nvSpPr>
        <p:spPr>
          <a:xfrm>
            <a:off x="1691640" y="369417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同價位競品比較</a:t>
            </a:r>
            <a:endParaRPr lang="en-US" sz="1600" dirty="0"/>
          </a:p>
        </p:txBody>
      </p:sp>
      <p:sp>
        <p:nvSpPr>
          <p:cNvPr id="22" name="Shape 14"/>
          <p:cNvSpPr/>
          <p:nvPr/>
        </p:nvSpPr>
        <p:spPr>
          <a:xfrm>
            <a:off x="548640" y="4352544"/>
            <a:ext cx="457200" cy="457200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462272"/>
            <a:ext cx="237744" cy="23774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88720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16"/>
          <p:cNvSpPr txBox="1"/>
          <p:nvPr/>
        </p:nvSpPr>
        <p:spPr>
          <a:xfrm>
            <a:off x="1691640" y="435254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上市時程與行銷資源</a:t>
            </a:r>
            <a:endParaRPr lang="en-US" sz="1600" dirty="0"/>
          </a:p>
        </p:txBody>
      </p:sp>
      <p:sp>
        <p:nvSpPr>
          <p:cNvPr id="26" name="Shape 17"/>
          <p:cNvSpPr/>
          <p:nvPr/>
        </p:nvSpPr>
        <p:spPr>
          <a:xfrm>
            <a:off x="548640" y="5010912"/>
            <a:ext cx="457200" cy="457200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5120640"/>
            <a:ext cx="237744" cy="237744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188720" y="5010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19"/>
          <p:cNvSpPr txBox="1"/>
          <p:nvPr/>
        </p:nvSpPr>
        <p:spPr>
          <a:xfrm>
            <a:off x="1691640" y="50109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價格結構與供貨條件</a:t>
            </a:r>
            <a:endParaRPr lang="en-US" sz="1600" dirty="0"/>
          </a:p>
        </p:txBody>
      </p:sp>
      <p:sp>
        <p:nvSpPr>
          <p:cNvPr id="30" name="Shape 20"/>
          <p:cNvSpPr/>
          <p:nvPr/>
        </p:nvSpPr>
        <p:spPr>
          <a:xfrm>
            <a:off x="6766560" y="2377440"/>
            <a:ext cx="4873752" cy="3200400"/>
          </a:xfrm>
          <a:prstGeom prst="roundRect">
            <a:avLst>
              <a:gd name="adj" fmla="val 4571"/>
            </a:avLst>
          </a:prstGeom>
          <a:solidFill>
            <a:srgbClr val="F7F7FF"/>
          </a:solidFill>
          <a:ln w="9525">
            <a:solidFill>
              <a:srgbClr val="E6E6FA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6986016" y="2578608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4888" y="2697480"/>
            <a:ext cx="274320" cy="274320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7635240" y="2596896"/>
            <a:ext cx="3785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本次提案重點</a:t>
            </a:r>
            <a:endParaRPr lang="en-US" sz="1500" dirty="0"/>
          </a:p>
        </p:txBody>
      </p:sp>
      <p:sp>
        <p:nvSpPr>
          <p:cNvPr id="34" name="Text 23"/>
          <p:cNvSpPr txBox="1"/>
          <p:nvPr/>
        </p:nvSpPr>
        <p:spPr>
          <a:xfrm>
            <a:off x="6986016" y="3246120"/>
            <a:ext cx="4434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首批 2,000 pcs 現貨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建議售價 NT$ 1,990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10/01 momo 首賣、11/11 KOL ×3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 個月原廠保固，太保倉 D+1 出貨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92608"/>
            <a:ext cx="141732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965960" y="502920"/>
            <a:ext cx="164592" cy="566928"/>
          </a:xfrm>
          <a:prstGeom prst="line">
            <a:avLst/>
          </a:prstGeom>
          <a:noFill/>
          <a:ln w="15875">
            <a:solidFill>
              <a:srgbClr val="A3A3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286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B8B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ABOUT WEIBO｜三大生態軸心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3584"/>
            <a:ext cx="6035040" cy="1005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813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一個生態系，三種承諾</a:t>
            </a:r>
            <a:endParaRPr lang="en-US" sz="2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035040"/>
            <a:ext cx="1645920" cy="2743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405872" y="599846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0405872" y="59984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02 / 10</a:t>
            </a:r>
            <a:endParaRPr lang="en-US" sz="95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2240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公司願景：成為亞洲最具影響力的科技生活創新生態平台　｜　WEI = We Empower Innovation → 我們相互賦能，共創價值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1818132" y="278892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D59F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1818132" y="27889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 驗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48640" y="3246120"/>
            <a:ext cx="3544824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768096" y="3447288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356616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7320" y="3465576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WEiZ 讓科技變得更友善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768096" y="4114800"/>
            <a:ext cx="3105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透過專櫃、體驗店與 OMO 整合，打造「放心試、安心買、開心用」的沉浸式 3C 環境。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591556" y="278892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D59FF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5591556" y="27889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科 技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322064" y="3246120"/>
            <a:ext cx="3544824" cy="2331720"/>
          </a:xfrm>
          <a:prstGeom prst="roundRect">
            <a:avLst>
              <a:gd name="adj" fmla="val 6275"/>
            </a:avLst>
          </a:prstGeom>
          <a:solidFill>
            <a:srgbClr val="F7F7FF"/>
          </a:solidFill>
          <a:ln w="9525">
            <a:solidFill>
              <a:srgbClr val="A3A3FF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541520" y="3447288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0392" y="356616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190744" y="3465576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WEIBO 台灣最強品牌落地能力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4541520" y="4114800"/>
            <a:ext cx="3105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以專業代理、供應鏈管理與全通路營運，協助全球科技品牌快速落地台灣市場。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9364980" y="278892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D59FF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9364980" y="27889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 來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8095488" y="3246120"/>
            <a:ext cx="3544824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8314944" y="3447288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3816" y="3566160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964168" y="3465576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WEILIFE 重新定義生活質感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8314944" y="4114800"/>
            <a:ext cx="3105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以未來視角自主開發產品，探索下一個世代兼具設計與實用的生活方式。</a:t>
            </a:r>
            <a:endParaRPr lang="en-US" sz="1150" dirty="0"/>
          </a:p>
        </p:txBody>
      </p:sp>
      <p:sp>
        <p:nvSpPr>
          <p:cNvPr id="32" name="Text 24"/>
          <p:cNvSpPr txBox="1"/>
          <p:nvPr/>
        </p:nvSpPr>
        <p:spPr>
          <a:xfrm>
            <a:off x="548640" y="5715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三軸共構，共同為人們創造更好的科技生活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92608"/>
            <a:ext cx="141732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965960" y="502920"/>
            <a:ext cx="164592" cy="566928"/>
          </a:xfrm>
          <a:prstGeom prst="line">
            <a:avLst/>
          </a:prstGeom>
          <a:noFill/>
          <a:ln w="15875">
            <a:solidFill>
              <a:srgbClr val="A3A3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286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B8B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PRODUCT OVERVIEW｜一句話賣點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3584"/>
            <a:ext cx="6035040" cy="1005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813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 小時續航的主動降噪耳機</a:t>
            </a:r>
            <a:endParaRPr lang="en-US" sz="2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035040"/>
            <a:ext cx="1645920" cy="2743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405872" y="599846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0405872" y="59984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03 / 10</a:t>
            </a:r>
            <a:endParaRPr lang="en-US" sz="950" dirty="0"/>
          </a:p>
        </p:txBody>
      </p:sp>
      <p:sp>
        <p:nvSpPr>
          <p:cNvPr id="10" name="Shape 5"/>
          <p:cNvSpPr/>
          <p:nvPr/>
        </p:nvSpPr>
        <p:spPr>
          <a:xfrm>
            <a:off x="548640" y="2377440"/>
            <a:ext cx="4937760" cy="3383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11" name="Text 6"/>
          <p:cNvSpPr txBox="1"/>
          <p:nvPr/>
        </p:nvSpPr>
        <p:spPr>
          <a:xfrm>
            <a:off x="548640" y="237744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產品去背圖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（替換：透明背景，佔框 70%）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2496312"/>
            <a:ext cx="384048" cy="38404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537960" y="24231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40h</a:t>
            </a:r>
            <a:endParaRPr lang="en-US" sz="4000" dirty="0"/>
          </a:p>
        </p:txBody>
      </p:sp>
      <p:sp>
        <p:nvSpPr>
          <p:cNvPr id="14" name="Text 8"/>
          <p:cNvSpPr txBox="1"/>
          <p:nvPr/>
        </p:nvSpPr>
        <p:spPr>
          <a:xfrm>
            <a:off x="6537960" y="31729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總續航（含充電盒）</a:t>
            </a:r>
            <a:endParaRPr lang="en-US" sz="11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2496312"/>
            <a:ext cx="384048" cy="38404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9555480" y="24231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ANC</a:t>
            </a:r>
            <a:endParaRPr lang="en-US" sz="4000" dirty="0"/>
          </a:p>
        </p:txBody>
      </p:sp>
      <p:sp>
        <p:nvSpPr>
          <p:cNvPr id="17" name="Text 10"/>
          <p:cNvSpPr txBox="1"/>
          <p:nvPr/>
        </p:nvSpPr>
        <p:spPr>
          <a:xfrm>
            <a:off x="9555480" y="31729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主動降噪 −35dB</a:t>
            </a:r>
            <a:endParaRPr lang="en-US" sz="11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0" y="3959352"/>
            <a:ext cx="384048" cy="384048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6537960" y="3886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IPX5</a:t>
            </a:r>
            <a:endParaRPr lang="en-US" sz="4000" dirty="0"/>
          </a:p>
        </p:txBody>
      </p:sp>
      <p:sp>
        <p:nvSpPr>
          <p:cNvPr id="20" name="Text 12"/>
          <p:cNvSpPr txBox="1"/>
          <p:nvPr/>
        </p:nvSpPr>
        <p:spPr>
          <a:xfrm>
            <a:off x="6537960" y="4636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防水防汗</a:t>
            </a:r>
            <a:endParaRPr lang="en-US" sz="11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2560" y="3959352"/>
            <a:ext cx="384048" cy="384048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9555480" y="3886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 個月</a:t>
            </a:r>
            <a:endParaRPr lang="en-US" sz="4000" dirty="0"/>
          </a:p>
        </p:txBody>
      </p:sp>
      <p:sp>
        <p:nvSpPr>
          <p:cNvPr id="23" name="Text 14"/>
          <p:cNvSpPr txBox="1"/>
          <p:nvPr/>
        </p:nvSpPr>
        <p:spPr>
          <a:xfrm>
            <a:off x="9555480" y="46360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原廠保固</a:t>
            </a:r>
            <a:endParaRPr lang="en-US" sz="1150" dirty="0"/>
          </a:p>
        </p:txBody>
      </p:sp>
      <p:sp>
        <p:nvSpPr>
          <p:cNvPr id="24" name="Text 15"/>
          <p:cNvSpPr txBox="1"/>
          <p:nvPr/>
        </p:nvSpPr>
        <p:spPr>
          <a:xfrm>
            <a:off x="6035040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目標客群：通勤與健身的 25–40 歲上班族；購買動機：預算 2,000 內想要 ANC。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92608"/>
            <a:ext cx="141732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965960" y="502920"/>
            <a:ext cx="164592" cy="566928"/>
          </a:xfrm>
          <a:prstGeom prst="line">
            <a:avLst/>
          </a:prstGeom>
          <a:noFill/>
          <a:ln w="15875">
            <a:solidFill>
              <a:srgbClr val="A3A3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286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B8B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SPECIFICATIONS｜規格與包裝內容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3584"/>
            <a:ext cx="6035040" cy="1005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813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規格一覽</a:t>
            </a:r>
            <a:endParaRPr lang="en-US" sz="2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035040"/>
            <a:ext cx="1645920" cy="2743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405872" y="599846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0405872" y="59984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04 / 10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023360"/>
                <a:gridCol w="1554480"/>
                <a:gridCol w="3959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藍牙版本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5.3，雙耳同時傳輸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單耳續航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小時（ANC 關）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晶片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Qualcomm QCC3071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充電盒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 小時，Type-C 快充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驅動單體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10mm 動圈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防水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IPX5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降噪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ANC 混合式 −35dB ＋ ENC 通話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重量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單耳 4.6g ／ 含盒 48g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編碼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aptX Adaptive・AAC・SBC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包裝內容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耳機・充電盒・耳塞 S/M/L・線・說明書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顏色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黑・白・藍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保固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 個月（原廠）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92608"/>
            <a:ext cx="141732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965960" y="502920"/>
            <a:ext cx="164592" cy="566928"/>
          </a:xfrm>
          <a:prstGeom prst="line">
            <a:avLst/>
          </a:prstGeom>
          <a:noFill/>
          <a:ln w="15875">
            <a:solidFill>
              <a:srgbClr val="A3A3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286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B8B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COMPARISON｜同價位競品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3584"/>
            <a:ext cx="6035040" cy="1005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813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規格對照：T8 在續航、降噪與售後領先</a:t>
            </a:r>
            <a:endParaRPr lang="en-US" sz="2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035040"/>
            <a:ext cx="1645920" cy="2743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405872" y="599846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0405872" y="59984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05 / 10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  <a:gridCol w="28620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ACEFAST T8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競品 A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競品 B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建議售價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NT$ 1,990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NT$ 2,290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NT$ 1,890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總續航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 小時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 小時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24 小時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降噪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ANC −35dB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ENC 通話降噪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防水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IPX5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IPX4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IPX4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保固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 個月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 個月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 個月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台灣售後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威柏太保倉 D+2 檢測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原廠寄送海外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通路代收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</a:tr>
            </a:tbl>
          </a:graphicData>
        </a:graphic>
      </p:graphicFrame>
      <p:sp>
        <p:nvSpPr>
          <p:cNvPr id="11" name="Text 5"/>
          <p:cNvSpPr txBox="1"/>
          <p:nvPr/>
        </p:nvSpPr>
        <p:spPr>
          <a:xfrm>
            <a:off x="548640" y="5669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資料日期 2026.09；競品價格取 momo 頁面標價，替換時請更新。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92608"/>
            <a:ext cx="141732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965960" y="502920"/>
            <a:ext cx="164592" cy="566928"/>
          </a:xfrm>
          <a:prstGeom prst="line">
            <a:avLst/>
          </a:prstGeom>
          <a:noFill/>
          <a:ln w="15875">
            <a:solidFill>
              <a:srgbClr val="A3A3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286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B8B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LAUNCH PLAN｜上市時程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3584"/>
            <a:ext cx="6035040" cy="1005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813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四個檔期，線上先行、實體接力</a:t>
            </a:r>
            <a:endParaRPr lang="en-US" sz="2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035040"/>
            <a:ext cx="1645920" cy="2743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405872" y="599846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0405872" y="59984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06 / 10</a:t>
            </a:r>
            <a:endParaRPr lang="en-US" sz="950" dirty="0"/>
          </a:p>
        </p:txBody>
      </p:sp>
      <p:sp>
        <p:nvSpPr>
          <p:cNvPr id="10" name="Shape 5"/>
          <p:cNvSpPr/>
          <p:nvPr/>
        </p:nvSpPr>
        <p:spPr>
          <a:xfrm>
            <a:off x="548640" y="2423160"/>
            <a:ext cx="2622042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624328"/>
            <a:ext cx="329184" cy="32918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70432" y="2606040"/>
            <a:ext cx="179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7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10/01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749808" y="3081528"/>
            <a:ext cx="221970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momo 首賣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站內 BN、mo 幣回饋 5%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關鍵字廣告首週 $1,000/品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3371850" y="2423160"/>
            <a:ext cx="2622042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3018" y="2624328"/>
            <a:ext cx="329184" cy="32918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3993642" y="2606040"/>
            <a:ext cx="179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7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10/15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3573018" y="3081528"/>
            <a:ext cx="221970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PChome 24h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3C 品類活動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品牌館上架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6195060" y="2423160"/>
            <a:ext cx="2622042" cy="2240280"/>
          </a:xfrm>
          <a:prstGeom prst="roundRect">
            <a:avLst>
              <a:gd name="adj" fmla="val 5714"/>
            </a:avLst>
          </a:prstGeom>
          <a:solidFill>
            <a:srgbClr val="5D59FF"/>
          </a:solidFill>
          <a:ln w="9525">
            <a:solidFill>
              <a:srgbClr val="5D59FF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6228" y="2624328"/>
            <a:ext cx="329184" cy="32918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6816852" y="2606040"/>
            <a:ext cx="179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11/11</a:t>
            </a: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6396228" y="3081528"/>
            <a:ext cx="221970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E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 11 檔期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E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KOL ×3 開箱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E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折扣：滿千折百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9018270" y="2423160"/>
            <a:ext cx="2622042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9438" y="2624328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9640062" y="2606040"/>
            <a:ext cx="179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7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12/01</a:t>
            </a:r>
            <a:endParaRPr lang="en-US" sz="1500" dirty="0"/>
          </a:p>
        </p:txBody>
      </p:sp>
      <p:sp>
        <p:nvSpPr>
          <p:cNvPr id="25" name="Text 16"/>
          <p:cNvSpPr txBox="1"/>
          <p:nvPr/>
        </p:nvSpPr>
        <p:spPr>
          <a:xfrm>
            <a:off x="9219438" y="3081528"/>
            <a:ext cx="221970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實體通路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燦坤・全國電子・三井 3C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WEiZ 三櫃體驗陳列</a:t>
            </a:r>
            <a:endParaRPr lang="en-US" sz="1100" dirty="0"/>
          </a:p>
        </p:txBody>
      </p:sp>
      <p:sp>
        <p:nvSpPr>
          <p:cNvPr id="26" name="Text 17"/>
          <p:cNvSpPr txBox="1"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每一檔提報表由電商通路部於檔期前 14 天送 MD／PM，回壓後於前台巡查。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92608"/>
            <a:ext cx="141732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965960" y="502920"/>
            <a:ext cx="164592" cy="566928"/>
          </a:xfrm>
          <a:prstGeom prst="line">
            <a:avLst/>
          </a:prstGeom>
          <a:noFill/>
          <a:ln w="15875">
            <a:solidFill>
              <a:srgbClr val="A3A3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286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B8B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PRICING &amp; TERMS｜價格與供貨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3584"/>
            <a:ext cx="6035040" cy="1005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813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價格結構與供貨條件</a:t>
            </a:r>
            <a:endParaRPr lang="en-US" sz="2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035040"/>
            <a:ext cx="1645920" cy="2743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405872" y="599846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0405872" y="59984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07 / 10</a:t>
            </a:r>
            <a:endParaRPr lang="en-US" sz="950" dirty="0"/>
          </a:p>
        </p:txBody>
      </p:sp>
      <p:sp>
        <p:nvSpPr>
          <p:cNvPr id="10" name="Shape 5"/>
          <p:cNvSpPr/>
          <p:nvPr/>
        </p:nvSpPr>
        <p:spPr>
          <a:xfrm>
            <a:off x="548640" y="2377440"/>
            <a:ext cx="5486400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768096" y="2578608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269748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417320" y="2596896"/>
            <a:ext cx="4398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價格結構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768096" y="3246120"/>
            <a:ext cx="50474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建議售價　NT$ 1,990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經銷價　　依合約級距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活動價　　最低 NT$ 1,690（限雙 11）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最低售價　依經銷合約，不得低於 NT$ 1,590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6217920" y="2377440"/>
            <a:ext cx="5422392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6437376" y="2578608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269748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086600" y="2596896"/>
            <a:ext cx="4334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供貨與售後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6437376" y="3246120"/>
            <a:ext cx="4983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首批到貨　2,000 pcs（2026.09.25 入太保倉）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出貨　　　D+1，momo 轉單／三方物流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保固　　　18 個月原廠保固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檢測維修　威柏售後 D+2 判定、D+7 完修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548640" y="5715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報價有效 30 天，含稅未含運；單筆滿 3 萬免運。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92608"/>
            <a:ext cx="141732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965960" y="502920"/>
            <a:ext cx="164592" cy="566928"/>
          </a:xfrm>
          <a:prstGeom prst="line">
            <a:avLst/>
          </a:prstGeom>
          <a:noFill/>
          <a:ln w="15875">
            <a:solidFill>
              <a:srgbClr val="A3A3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286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B8B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MARKETING SUPPORT｜行銷資源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3584"/>
            <a:ext cx="6035040" cy="1005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813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威柏提供的行銷資源</a:t>
            </a:r>
            <a:endParaRPr lang="en-US" sz="2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035040"/>
            <a:ext cx="1645920" cy="2743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405872" y="599846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0405872" y="59984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08 / 10</a:t>
            </a:r>
            <a:endParaRPr lang="en-US" sz="950" dirty="0"/>
          </a:p>
        </p:txBody>
      </p:sp>
      <p:sp>
        <p:nvSpPr>
          <p:cNvPr id="10" name="Shape 5"/>
          <p:cNvSpPr/>
          <p:nvPr/>
        </p:nvSpPr>
        <p:spPr>
          <a:xfrm>
            <a:off x="548640" y="2377440"/>
            <a:ext cx="3544824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768096" y="2578608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269748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417320" y="2596896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素材包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768096" y="3246120"/>
            <a:ext cx="310591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主圖、情境圖、短影音 15s／30s、圓標底標、活動 BN 模板；上架前 7 天交付。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4322064" y="2377440"/>
            <a:ext cx="3544824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4541520" y="2578608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0392" y="269748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190744" y="2596896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KOL 與口碑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4541520" y="3246120"/>
            <a:ext cx="310591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我是賴瑞、Onion man 洋蔥男、人夫阿康開箱；Dcard／PTT 體驗文佈局。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8095488" y="2377440"/>
            <a:ext cx="3544824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8314944" y="2578608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3816" y="2697480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964168" y="2596896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廣告與流量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8314944" y="3246120"/>
            <a:ext cx="310591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站內關鍵字廣告出價、ROAS 監控；站外社群與聯盟行銷導流（UTM 追蹤）。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D6D5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讓品牌在台灣被看見、被喜歡、被信任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6E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電商通路部 ｜ 05-3209919 #236 ｜ weibo.sd8@weiboltd.com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6E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威柏科技貿易有限公司 ｜ 嘉義縣太保市健康路 187 號 1 樓 ｜ www.weiboltd.com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925312"/>
            <a:ext cx="1655064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WEIBO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WEIBO 新品簡報模板</dc:title>
  <dc:subject>PptxGenJS Presentation</dc:subject>
  <dc:creator>威柏科技貿易有限公司</dc:creator>
  <cp:lastModifiedBy>威柏科技貿易有限公司</cp:lastModifiedBy>
  <cp:revision>1</cp:revision>
  <dcterms:created xsi:type="dcterms:W3CDTF">2026-09-10T08:11:22Z</dcterms:created>
  <dcterms:modified xsi:type="dcterms:W3CDTF">2026-09-10T08:11:22Z</dcterms:modified>
</cp:coreProperties>
</file>