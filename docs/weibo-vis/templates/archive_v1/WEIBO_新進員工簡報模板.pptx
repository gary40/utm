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1920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8A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ONBOARDING ·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23317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新進人員引導與職務培訓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D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電商通路部 ｜ 電商行銷助理 ｜ 我們相互賦能，共創價值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4800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培訓對象 ○○○ ｜ 員工編號 T2026XX ｜ 到職 2026.XX.XX ｜ 培訓導師 黃冠博 Gary（範例，請替換）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5961888"/>
            <a:ext cx="1655064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190488" y="60716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威柏科技貿易有限公司　WEIBO Technology Trade Co., Ltd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今天會講四件事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6089904"/>
            <a:ext cx="1527048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62488" y="6089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12064" y="1828800"/>
            <a:ext cx="2654046" cy="2011680"/>
          </a:xfrm>
          <a:prstGeom prst="roundRect">
            <a:avLst>
              <a:gd name="adj" fmla="val 4545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4944" y="1993392"/>
            <a:ext cx="2288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關於威柏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94944" y="2377440"/>
            <a:ext cx="228828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三軸使命、六大核心價值、品牌矩陣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48990" y="1828800"/>
            <a:ext cx="2654046" cy="2011680"/>
          </a:xfrm>
          <a:prstGeom prst="roundRect">
            <a:avLst>
              <a:gd name="adj" fmla="val 4545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31870" y="1993392"/>
            <a:ext cx="2288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組織與你的位置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531870" y="2377440"/>
            <a:ext cx="228828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職能架構、直屬主管、協作部門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85916" y="1828800"/>
            <a:ext cx="2654046" cy="2011680"/>
          </a:xfrm>
          <a:prstGeom prst="roundRect">
            <a:avLst>
              <a:gd name="adj" fmla="val 4545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68796" y="1993392"/>
            <a:ext cx="2288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職能與 90 天藍圖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368796" y="2377440"/>
            <a:ext cx="228828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核心職能、三個檢核點、個人職能手冊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022842" y="1828800"/>
            <a:ext cx="2654046" cy="2011680"/>
          </a:xfrm>
          <a:prstGeom prst="roundRect">
            <a:avLst>
              <a:gd name="adj" fmla="val 4545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205722" y="1993392"/>
            <a:ext cx="2288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系統與第一週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205722" y="2377440"/>
            <a:ext cx="228828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帳號開通、第一週時程、週報節奏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12064" y="42062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培訓原則：邊學邊記，最終產出自己的《個人職能手冊》；不懂就當場問，不要留到事後。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OUR MISSION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一個生態系，三種承諾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6089904"/>
            <a:ext cx="1527048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62488" y="6089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12064" y="164592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公司願景：成為亞洲最具影響力的科技生活創新生態平台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WEI = We Empower Innovation → 我們相互賦能，共創價值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12064" y="2697480"/>
            <a:ext cx="3599688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2862072"/>
            <a:ext cx="319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體驗 ｜ WEiZ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3264408"/>
            <a:ext cx="3197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讓科技變得更友善。透過專櫃、體驗店與 OMO 整合，打造「放心試、安心買、開心用」的環境。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4632" y="2697480"/>
            <a:ext cx="3599688" cy="2468880"/>
          </a:xfrm>
          <a:prstGeom prst="roundRect">
            <a:avLst>
              <a:gd name="adj" fmla="val 4444"/>
            </a:avLst>
          </a:prstGeom>
          <a:solidFill>
            <a:srgbClr val="EEEEFF"/>
          </a:solidFill>
          <a:ln w="12700">
            <a:solidFill>
              <a:srgbClr val="5252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95800" y="2862072"/>
            <a:ext cx="319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科技 ｜ WEIBO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495800" y="3264408"/>
            <a:ext cx="3197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台灣最強品牌落地能力。以專業代理、供應鏈管理與全通路營運，協助全球科技品牌落地台灣。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77200" y="2697480"/>
            <a:ext cx="3599688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78368" y="2862072"/>
            <a:ext cx="319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 ｜ WEILIFE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78368" y="3264408"/>
            <a:ext cx="3197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重新定義生活質感。以未來視角自主開發產品，探索下一個世代的生活方式。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VALUES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品牌靈魂：六大核心價值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6089904"/>
            <a:ext cx="1527048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62488" y="6089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12064" y="1783080"/>
            <a:ext cx="359968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1947672"/>
            <a:ext cx="319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自由與責任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350008"/>
            <a:ext cx="319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各抒己見、勇於發聲；共識形成後全力負責。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4632" y="1783080"/>
            <a:ext cx="359968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95800" y="1947672"/>
            <a:ext cx="319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顧客至上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495800" y="2350008"/>
            <a:ext cx="319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以用戶需求為核心快速行動，落實「用心、放心、貼心」。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77200" y="1783080"/>
            <a:ext cx="359968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8368" y="1947672"/>
            <a:ext cx="319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成長心態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278368" y="2350008"/>
            <a:ext cx="319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保持好奇心、擁抱變化、勇於升級。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12064" y="3566160"/>
            <a:ext cx="359968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3232" y="3730752"/>
            <a:ext cx="319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凡事從簡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13232" y="4133088"/>
            <a:ext cx="319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Less is More。以最有效率的方式完成最重要的事。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94632" y="3566160"/>
            <a:ext cx="359968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495800" y="3730752"/>
            <a:ext cx="319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永續經營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495800" y="4133088"/>
            <a:ext cx="319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追求長期更好、更強與更有意義。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077200" y="3566160"/>
            <a:ext cx="359968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78368" y="3730752"/>
            <a:ext cx="319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創造價值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278368" y="4133088"/>
            <a:ext cx="319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每一次交付、互動與產出，都必須帶來實質價值。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BRAND PORTFOLIO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你將接觸的品牌矩陣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6089904"/>
            <a:ext cx="1527048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62488" y="6089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37360"/>
          <a:ext cx="11164824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3840480"/>
                <a:gridCol w="384962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品牌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定位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主力商品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WEILIFE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自有品牌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以未來視角開發產品，台灣設計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特殊 3C、麥克風音響、磁吸無線充電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WiWU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總代理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為現代游牧工作者而生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行動電源、無線充電、保護膜、HUB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ACEFAST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總代理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「探索科技美學」透明系列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藍牙耳機、充電器、傳輸線、支架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SMASMALL 昔馬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總代理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復古未來主義個護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鋅合金電動刮鬍刀禮盒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FRAMULA 芬乘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總代理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嗅覺科技 × 調香工藝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居家擴香儀、車載香氛、寵物香氛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50+ 經銷品牌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經銷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上架前先確認總代理或經銷，定價權限不同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組織架構與你的位置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6089904"/>
            <a:ext cx="1527048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62488" y="6089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12064" y="1783080"/>
            <a:ext cx="2086661" cy="2468880"/>
          </a:xfrm>
          <a:prstGeom prst="roundRect">
            <a:avLst>
              <a:gd name="adj" fmla="val 4382"/>
            </a:avLst>
          </a:prstGeom>
          <a:solidFill>
            <a:srgbClr val="5252FF"/>
          </a:solidFill>
          <a:ln w="12700">
            <a:solidFill>
              <a:srgbClr val="5252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4944" y="1947672"/>
            <a:ext cx="17209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威柏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94944" y="2331720"/>
            <a:ext cx="1720901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代理進口與商品 PM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平台電商營運 ★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行銷業務：品牌行銷、經銷業務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781605" y="1783080"/>
            <a:ext cx="2086661" cy="2468880"/>
          </a:xfrm>
          <a:prstGeom prst="roundRect">
            <a:avLst>
              <a:gd name="adj" fmla="val 4382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964485" y="1947672"/>
            <a:ext cx="17209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WEiZ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964485" y="2331720"/>
            <a:ext cx="1720901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後勤：供貨採購、供應商管理、營運管理、行銷活動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現場：嘉義・高雄・台中櫃位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51146" y="1783080"/>
            <a:ext cx="2086661" cy="2468880"/>
          </a:xfrm>
          <a:prstGeom prst="roundRect">
            <a:avLst>
              <a:gd name="adj" fmla="val 4382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234026" y="1947672"/>
            <a:ext cx="17209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客服與商品保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234026" y="2331720"/>
            <a:ext cx="1720901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代理商品檢測與維修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20686" y="1783080"/>
            <a:ext cx="2086661" cy="2468880"/>
          </a:xfrm>
          <a:prstGeom prst="roundRect">
            <a:avLst>
              <a:gd name="adj" fmla="val 4382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03566" y="1947672"/>
            <a:ext cx="17209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資訊與系統管理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503566" y="2331720"/>
            <a:ext cx="1720901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帳號權限、設備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人資與合約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590227" y="1783080"/>
            <a:ext cx="2086661" cy="2468880"/>
          </a:xfrm>
          <a:prstGeom prst="roundRect">
            <a:avLst>
              <a:gd name="adj" fmla="val 4382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773107" y="1947672"/>
            <a:ext cx="17209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倉儲與物流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9773107" y="2331720"/>
            <a:ext cx="1720901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內倉／外倉庫存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代理商品倉管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進出貨與物流對帳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12064" y="45262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你在「平台電商營運」（momo／PChome／Pinkoi／蝦皮），直屬主管：○○○。每天最常協作：倉儲物流（出貨）、客服與商品保（客訴）、行銷業務（素材）。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GROWTH 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 天成長藍圖：從 0 到轉正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6089904"/>
            <a:ext cx="1527048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62488" y="6089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12064" y="1783080"/>
            <a:ext cx="2654046" cy="2377440"/>
          </a:xfrm>
          <a:prstGeom prst="roundRect">
            <a:avLst>
              <a:gd name="adj" fmla="val 3846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4944" y="1947672"/>
            <a:ext cx="2288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 3 日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94944" y="2331720"/>
            <a:ext cx="228828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熟悉三軸品牌與組織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帳號開通：T8／NAS／信箱／後台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認知驗收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48990" y="1783080"/>
            <a:ext cx="2654046" cy="2377440"/>
          </a:xfrm>
          <a:prstGeom prst="roundRect">
            <a:avLst>
              <a:gd name="adj" fmla="val 3846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31870" y="1947672"/>
            <a:ext cx="2288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個月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531870" y="2331720"/>
            <a:ext cx="228828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第一週打底、第二週輪崗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第三週 momo 實戰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操作驗收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85916" y="1783080"/>
            <a:ext cx="2654046" cy="2377440"/>
          </a:xfrm>
          <a:prstGeom prst="roundRect">
            <a:avLst>
              <a:gd name="adj" fmla="val 3846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68796" y="1947672"/>
            <a:ext cx="2288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個月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368796" y="2331720"/>
            <a:ext cx="228828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獨立操作平台日常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主責 1 檔完整活動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 KOL 邀約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022842" y="1783080"/>
            <a:ext cx="2654046" cy="2377440"/>
          </a:xfrm>
          <a:prstGeom prst="roundRect">
            <a:avLst>
              <a:gd name="adj" fmla="val 3846"/>
            </a:avLst>
          </a:prstGeom>
          <a:solidFill>
            <a:srgbClr val="5252FF"/>
          </a:solidFill>
          <a:ln w="12700">
            <a:solidFill>
              <a:srgbClr val="5252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205722" y="1947672"/>
            <a:ext cx="2288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個月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205722" y="2331720"/>
            <a:ext cx="228828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獨立主責 1–2 個平台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數據化成效覆盤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轉正面談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12064" y="44348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每階段結束由培訓導師檢核，未達標則延長輔導期；每週五提交工作週報。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COMPETENCIES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電商行銷核心職能（必備能力）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6089904"/>
            <a:ext cx="1527048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62488" y="6089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12064" y="1783080"/>
            <a:ext cx="359968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1947672"/>
            <a:ext cx="319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數字敏感度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350008"/>
            <a:ext cx="319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看得懂銷量、毛利率、ROAS、DOI；每個決策都能用數字說明。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4632" y="1783080"/>
            <a:ext cx="359968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95800" y="1947672"/>
            <a:ext cx="319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平台規則熟練度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495800" y="2350008"/>
            <a:ext cx="319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活動機制、抽成、罰則與時限都不同，規則就是成本。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77200" y="1783080"/>
            <a:ext cx="359968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8368" y="1947672"/>
            <a:ext cx="319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細心與時效意識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278368" y="2350008"/>
            <a:ext cx="319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出貨 D+1、客訴 D+2、評價 D+5，遲一天就是罰金。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12064" y="3566160"/>
            <a:ext cx="359968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3232" y="3730752"/>
            <a:ext cx="319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跨部門溝通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13232" y="4133088"/>
            <a:ext cx="319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串接倉儲、品保、行銷、採購，任一環節斷線檔期就開天窗。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94632" y="3566160"/>
            <a:ext cx="359968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495800" y="3730752"/>
            <a:ext cx="319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競品與趨勢敏感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495800" y="4133088"/>
            <a:ext cx="319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掌握競品價格、案型、素材，作為與 MD 談版位的籌碼。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077200" y="3566160"/>
            <a:ext cx="359968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78368" y="3730752"/>
            <a:ext cx="319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成長心態與 AI 工具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278368" y="4133088"/>
            <a:ext cx="319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主動學習；善用 AI 提升素材產出與資料整理效率。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你會用到的系統與帳號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6089904"/>
            <a:ext cx="1527048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62488" y="6089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37360"/>
          <a:ext cx="11164824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2743200"/>
                <a:gridCol w="220370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入口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帳號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人資考勤 NUEiP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打卡、請假、福利假申請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NUEiP 網頁／APP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員工編號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NAS 雲端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檔案存取與歸檔規則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QuickConnect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員工編號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Email、行事曆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對外聯繫、MD／PM 提報信件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webmail.weiboltd.com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員工編號@weiboltd.com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ERP 正航 T8 ★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電商發貨單、調撥單、庫存查詢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T8 應用程式（電腦版）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員工編號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雲端總機 EVOX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客服來電接聽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行政配發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CubeLV ／ Notion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專案、AI 工作、會議紀錄、定稿登記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網頁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公司 Google 帳號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12064" y="4892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初始密碼由行政管理部另行提供，首次登入請立即更改；帳密不得外借，不寫在任何簡報或文件內。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你的第一個星期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6089904"/>
            <a:ext cx="1527048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62488" y="6089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37360"/>
          <a:ext cx="11164824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566160"/>
                <a:gridCol w="4023360"/>
                <a:gridCol w="2478024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上午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下午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產出／檢核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1 日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公司概覽：三軸、組織、通路與產品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系統入門：T8 查詢、信箱、NAS、分機；建立個人 AI 助理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完成所有帳號登入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 日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momo／PChome 後台導覽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職能①–④：上架、提報、撈單出貨、客服評價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獨立完成一筆轉單出貨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3 日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職能⑤–⑦：站內廣告、素材、流量推廣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產品毛利試算：抽成、運費、後扣、mo 幣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毛利試算表一份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4 日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倉儲品保輪崗：收貨、檢測、退貨路徑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行銷業務輪崗：素材需求、經銷提報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輪崗筆記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5 日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週報格式與提交機制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首週驗收：導師檢核前四日交辦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個人職能手冊初稿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2103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8A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WELCOME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2514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再次歡迎加入威柏科技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3840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6D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讓我們相互賦能，共創精彩生活與未來。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6D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培訓導師 黃冠博 Gary ｜ 直屬主管 ○○○ ｜ 有問題直接問，不要留到事後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5961888"/>
            <a:ext cx="1655064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WEIBO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WEIBO 新進員工簡報模板</dc:title>
  <dc:subject>PptxGenJS Presentation</dc:subject>
  <dc:creator>威柏科技貿易有限公司</dc:creator>
  <cp:lastModifiedBy>威柏科技貿易有限公司</cp:lastModifiedBy>
  <cp:revision>1</cp:revision>
  <dcterms:created xsi:type="dcterms:W3CDTF">2026-09-10T06:57:31Z</dcterms:created>
  <dcterms:modified xsi:type="dcterms:W3CDTF">2026-09-10T06:57:31Z</dcterms:modified>
</cp:coreProperties>
</file>