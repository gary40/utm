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6D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ONBOARDING  · 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新進人員引導與職務培訓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電商通路部 ｜ 電商行銷助理 ｜ 我們相互賦能，共創價值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培訓對象 ○○○ ｜ 員工編號 T2026XX ｜ 到職 2026.XX.XX ｜ 培訓導師 黃冠博 Gary（範例，請替換）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25312"/>
            <a:ext cx="1655064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153912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威柏科技貿易有限公司　WEIBO Technology Trade Co.,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AGENDA｜今天會講四件事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從認識公司到第一週安排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179576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01 / 11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423160"/>
            <a:ext cx="2622042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624328"/>
            <a:ext cx="329184" cy="32918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7043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關於威柏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749808" y="3081528"/>
            <a:ext cx="221970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三軸使命、六大核心價值、品牌矩陣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371850" y="2423160"/>
            <a:ext cx="2622042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018" y="2624328"/>
            <a:ext cx="329184" cy="32918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99364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組織與位置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3573018" y="3081528"/>
            <a:ext cx="221970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六大部門、直屬主管、協作部門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6195060" y="2423160"/>
            <a:ext cx="2622042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6228" y="2624328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81685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職能與藍圖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6396228" y="3081528"/>
            <a:ext cx="221970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核心職能、三個檢核點、個人職能手冊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9018270" y="2423160"/>
            <a:ext cx="2622042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9438" y="2624328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64006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系統與第一週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9219438" y="3081528"/>
            <a:ext cx="221970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帳號開通、第一週時程、週報節奏</a:t>
            </a:r>
            <a:endParaRPr lang="en-US" sz="1100" dirty="0"/>
          </a:p>
        </p:txBody>
      </p:sp>
      <p:sp>
        <p:nvSpPr>
          <p:cNvPr id="26" name="Text 17"/>
          <p:cNvSpPr txBox="1"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培訓原則：邊學邊記，最終產出自己的《個人職能手冊》；不懂就當場問，不要留到事後。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OUR MISSION｜三大生態軸心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一個生態系，三種承諾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179576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02 / 11</a:t>
            </a:r>
            <a:endParaRPr lang="en-US" sz="95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2240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公司願景：成為亞洲最具影響力的科技生活創新生態平台　｜　WEI = We Empower Innovation → 我們相互賦能，共創價值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1818132" y="27889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59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818132" y="27889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 驗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3246120"/>
            <a:ext cx="3544824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68096" y="34472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56616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34655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WEiZ 讓科技變得更友善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68096" y="4114800"/>
            <a:ext cx="310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透過專櫃、體驗店與 OMO 整合，打造「放心試、安心買、開心用」的沉浸式 3C 環境。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591556" y="27889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59F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591556" y="27889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 技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322064" y="3246120"/>
            <a:ext cx="3544824" cy="2331720"/>
          </a:xfrm>
          <a:prstGeom prst="roundRect">
            <a:avLst>
              <a:gd name="adj" fmla="val 6275"/>
            </a:avLst>
          </a:prstGeom>
          <a:solidFill>
            <a:srgbClr val="F7F7FF"/>
          </a:solidFill>
          <a:ln w="9525">
            <a:solidFill>
              <a:srgbClr val="A3A3FF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41520" y="34472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392" y="35661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190744" y="34655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WEIBO 台灣最強品牌落地能力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4541520" y="4114800"/>
            <a:ext cx="310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以專業代理、供應鏈管理與全通路營運，協助全球科技品牌快速落地台灣市場。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9364980" y="27889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59FF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9364980" y="27889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 來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8095488" y="3246120"/>
            <a:ext cx="3544824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314944" y="34472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3816" y="356616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964168" y="34655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WEILIFE 重新定義生活質感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8314944" y="4114800"/>
            <a:ext cx="310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以未來視角自主開發產品，探索下一個世代兼具設計與實用的生活方式。</a:t>
            </a:r>
            <a:endParaRPr lang="en-US" sz="115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三軸共構，共同為人們創造更好的科技生活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VALUES｜威柏人的行為準則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品牌靈魂：六大核心價值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179576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03 / 11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331720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68096" y="25328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6517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17320" y="25511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自由與責任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768096" y="3200400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各抒己見、勇於發聲；共識形成後全力負責。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322064" y="2331720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541520" y="25328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392" y="265176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190744" y="25511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顧客至上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4541520" y="3200400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以用戶需求為核心快速行動，落實「用心、放心、貼心」。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8095488" y="2331720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8314944" y="25328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3816" y="265176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964168" y="25511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成長心態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8314944" y="3200400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保持好奇心、擁抱變化、勇於升級。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548640" y="4133088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68096" y="4334256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4453128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17320" y="435254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凡事從簡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768096" y="5001768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Less is More。以最有效率的方式完成最重要的事。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322064" y="4133088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541520" y="4334256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0392" y="4453128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190744" y="435254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永續經營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4541520" y="5001768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追求長期更好、更強與更有意義。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8095488" y="4133088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8314944" y="4334256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3816" y="4453128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964168" y="435254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創造價值</a:t>
            </a:r>
            <a:endParaRPr lang="en-US" sz="1500" dirty="0"/>
          </a:p>
        </p:txBody>
      </p:sp>
      <p:sp>
        <p:nvSpPr>
          <p:cNvPr id="39" name="Text 28"/>
          <p:cNvSpPr txBox="1"/>
          <p:nvPr/>
        </p:nvSpPr>
        <p:spPr>
          <a:xfrm>
            <a:off x="8314944" y="5001768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每一次交付、互動與產出，都必須帶來實質價值。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BRAND PORTFOLIO｜品牌矩陣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你將接觸的品牌矩陣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179576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04 / 11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3840480"/>
                <a:gridCol w="3776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定位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主力商品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WEILIFE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自有品牌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以未來視角開發產品，台灣設計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特殊 3C、麥克風音響、磁吸無線充電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WiWU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總代理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為現代游牧工作者而生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行動電源、無線充電、保護膜、HUB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ACEFAST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總代理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「探索科技美學」透明系列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藍牙耳機、充電器、傳輸線、支架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SMASMALL 昔馬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總代理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復古未來主義個護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鋅合金電動刮鬍刀禮盒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FRAMULA 芬乘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總代理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嗅覺科技 × 調香工藝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居家擴香儀、車載香氛、寵物香氛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50+ 經銷品牌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經銷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上架前先確認總代理或經銷，定價權限不同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ORGANIZATION｜六大部門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組織架構與你的位置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179576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05 / 11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423160"/>
            <a:ext cx="1696212" cy="210312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1113282" y="2651760"/>
            <a:ext cx="566928" cy="566928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442" y="2788920"/>
            <a:ext cx="292608" cy="29260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40080" y="3383280"/>
            <a:ext cx="1513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人才資源部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640080" y="3767328"/>
            <a:ext cx="1513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人資與系統 MIS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2427732" y="2423160"/>
            <a:ext cx="1696212" cy="210312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2992374" y="2651760"/>
            <a:ext cx="566928" cy="566928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9534" y="278892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519172" y="3383280"/>
            <a:ext cx="1513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行政管理部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2519172" y="3767328"/>
            <a:ext cx="1513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採購／行政／專案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4306824" y="2423160"/>
            <a:ext cx="1696212" cy="210312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871466" y="2651760"/>
            <a:ext cx="566928" cy="566928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8626" y="2788920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398264" y="3383280"/>
            <a:ext cx="1513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WEiZ 營運部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4398264" y="3767328"/>
            <a:ext cx="1513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三櫃營運、供應商、OMO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6185916" y="2423160"/>
            <a:ext cx="1696212" cy="210312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750558" y="2651760"/>
            <a:ext cx="566928" cy="566928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7718" y="2788920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277356" y="3383280"/>
            <a:ext cx="1513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售後品保部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6277356" y="3767328"/>
            <a:ext cx="1513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倉儲、客服、檢測維修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8065008" y="2423160"/>
            <a:ext cx="1696212" cy="210312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629650" y="2651760"/>
            <a:ext cx="566928" cy="566928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6810" y="2788920"/>
            <a:ext cx="292608" cy="29260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156448" y="3383280"/>
            <a:ext cx="1513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行銷業務部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8156448" y="3767328"/>
            <a:ext cx="1513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品牌行銷、經銷業務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9944100" y="2423160"/>
            <a:ext cx="1696212" cy="2103120"/>
          </a:xfrm>
          <a:prstGeom prst="roundRect">
            <a:avLst>
              <a:gd name="adj" fmla="val 7547"/>
            </a:avLst>
          </a:prstGeom>
          <a:solidFill>
            <a:srgbClr val="5D59FF"/>
          </a:solidFill>
          <a:ln w="9525">
            <a:solidFill>
              <a:srgbClr val="5D59FF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10508742" y="2651760"/>
            <a:ext cx="566928" cy="566928"/>
          </a:xfrm>
          <a:prstGeom prst="ellipse">
            <a:avLst/>
          </a:prstGeom>
          <a:solidFill>
            <a:srgbClr val="7A78FF"/>
          </a:solidFill>
          <a:ln w="12700">
            <a:solidFill>
              <a:srgbClr val="7A78FF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45902" y="2788920"/>
            <a:ext cx="292608" cy="29260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035540" y="3383280"/>
            <a:ext cx="1513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電商通路部 ★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10035540" y="3767328"/>
            <a:ext cx="1513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momo／PChome／蝦皮／Pinkoi</a:t>
            </a:r>
            <a:endParaRPr lang="en-US" sz="1050" dirty="0"/>
          </a:p>
        </p:txBody>
      </p:sp>
      <p:sp>
        <p:nvSpPr>
          <p:cNvPr id="40" name="Text 29"/>
          <p:cNvSpPr txBox="1"/>
          <p:nvPr/>
        </p:nvSpPr>
        <p:spPr>
          <a:xfrm>
            <a:off x="548640" y="4800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總經理室統籌六大部門。★ 你在電商通路部，直屬主管：○○○。每天最常協作：售後品保部（出貨、客訴）、行銷業務部（素材）、行政管理部（採購進口）。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GROWTH ROADMAP｜90 天成長藍圖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0 到轉正的四個階段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179576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06 / 11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423160"/>
            <a:ext cx="2622042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624328"/>
            <a:ext cx="329184" cy="32918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7043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3 日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749808" y="3081528"/>
            <a:ext cx="221970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熟悉三軸品牌與組織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帳號開通：T8／NAS／信箱／後台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認知驗收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371850" y="2423160"/>
            <a:ext cx="2622042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018" y="2624328"/>
            <a:ext cx="329184" cy="32918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99364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個月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3573018" y="3081528"/>
            <a:ext cx="221970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第一週打底、第二週輪崗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第三週 momo 實戰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操作驗收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6195060" y="2423160"/>
            <a:ext cx="2622042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6228" y="2624328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81685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個月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6396228" y="3081528"/>
            <a:ext cx="221970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獨立操作平台日常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主責 1 檔完整活動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 KOL 邀約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9018270" y="2423160"/>
            <a:ext cx="2622042" cy="2377440"/>
          </a:xfrm>
          <a:prstGeom prst="roundRect">
            <a:avLst>
              <a:gd name="adj" fmla="val 5385"/>
            </a:avLst>
          </a:prstGeom>
          <a:solidFill>
            <a:srgbClr val="5D59FF"/>
          </a:solidFill>
          <a:ln w="9525">
            <a:solidFill>
              <a:srgbClr val="5D59FF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9438" y="2624328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64006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個月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9219438" y="3081528"/>
            <a:ext cx="221970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獨立主責 1–2 個平台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數據化成效覆盤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轉正面談</a:t>
            </a:r>
            <a:endParaRPr lang="en-US" sz="1100" dirty="0"/>
          </a:p>
        </p:txBody>
      </p:sp>
      <p:sp>
        <p:nvSpPr>
          <p:cNvPr id="26" name="Text 17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每階段結束由培訓導師檢核，未達標則延長輔導期；每週五提交工作週報。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COMPETENCIES｜必備能力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電商行銷六大核心職能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179576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07 / 11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331720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68096" y="25328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6517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17320" y="25511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數字敏感度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768096" y="3200400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看得懂銷量、毛利率、ROAS、DOI；每個決策都能用數字說明。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322064" y="2331720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541520" y="25328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392" y="265176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190744" y="25511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平台規則熟練度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4541520" y="3200400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活動機制、抽成、罰則與時限都不同，規則就是成本。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8095488" y="2331720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8314944" y="25328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3816" y="265176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964168" y="25511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細心與時效意識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8314944" y="3200400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出貨 D+1、客訴 D+2、評價 D+5，遲一天就是罰金。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548640" y="4133088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68096" y="4334256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4453128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17320" y="435254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跨部門溝通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768096" y="5001768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串接倉儲、品保、行銷、採購，任一環節斷線檔期就開天窗。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322064" y="4133088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541520" y="4334256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0392" y="4453128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190744" y="435254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競品與趨勢敏感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4541520" y="5001768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掌握競品價格、案型、素材，作為與 MD 談版位的籌碼。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8095488" y="4133088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8314944" y="4334256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3816" y="4453128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964168" y="435254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成長心態與 AI 工具</a:t>
            </a:r>
            <a:endParaRPr lang="en-US" sz="1500" dirty="0"/>
          </a:p>
        </p:txBody>
      </p:sp>
      <p:sp>
        <p:nvSpPr>
          <p:cNvPr id="39" name="Text 28"/>
          <p:cNvSpPr txBox="1"/>
          <p:nvPr/>
        </p:nvSpPr>
        <p:spPr>
          <a:xfrm>
            <a:off x="8314944" y="5001768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主動學習；善用 AI 提升素材產出與資料整理效率。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SYSTEMS｜系統與帳號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你會用到的系統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179576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08 / 11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743200"/>
                <a:gridCol w="2130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入口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帳號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人資考勤 NUEiP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打卡、請假、福利假申請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NUEiP 網頁／APP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員工編號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NAS 雲端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檔案存取與歸檔規則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QuickConnect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員工編號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Email、行事曆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對外聯繫、MD／PM 提報信件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webmail.weiboltd.com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員工編號@weiboltd.com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ERP 正航 T8 ★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電商發貨單、調撥單、庫存查詢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T8 應用程式（電腦版）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員工編號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雲端總機 EVOX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客服來電接聽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行政配發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CubeLV ／ Notion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專案、AI 工作、會議紀錄、定稿登記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公司 Google 帳號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初始密碼由行政管理部另行提供，首次登入請立即更改；帳密不得外借，不寫在任何簡報或文件內。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1｜第一個星期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你的第一個星期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179576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09 / 11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566160"/>
                <a:gridCol w="4023360"/>
                <a:gridCol w="24048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產出／檢核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 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公司概覽：三軸、組織、通路與產品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系統入門：T8 查詢、信箱、NAS、分機；建立個人 AI 助理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完成所有帳號登入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momo／PChome 後台導覽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職能①–④：上架、提報、撈單出貨、客服評價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獨立完成一筆轉單出貨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3 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職能⑤–⑦：站內廣告、素材、流量推廣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產品毛利試算：抽成、運費、後扣、mo 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毛利試算表一份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4 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售後品保輪崗：收貨、檢測、退貨路徑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行銷業務輪崗：素材需求、經銷提報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輪崗筆記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5 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週報格式與提交機制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首週驗收：導師檢核前四日交辦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個人職能手冊初稿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6D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WELCOME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再次歡迎加入威柏科技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6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讓我們相互賦能，共創精彩生活與未來。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6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培訓導師 黃冠博 Gary ｜ 直屬主管 ○○○ ｜ 有問題直接問，不要留到事後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25312"/>
            <a:ext cx="1655064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WEIBO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WEIBO 新進員工簡報模板</dc:title>
  <dc:subject>PptxGenJS Presentation</dc:subject>
  <dc:creator>威柏科技貿易有限公司</dc:creator>
  <cp:lastModifiedBy>威柏科技貿易有限公司</cp:lastModifiedBy>
  <cp:revision>1</cp:revision>
  <dcterms:created xsi:type="dcterms:W3CDTF">2026-09-10T10:12:08Z</dcterms:created>
  <dcterms:modified xsi:type="dcterms:W3CDTF">2026-09-10T10:12:08Z</dcterms:modified>
</cp:coreProperties>
</file>