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6D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ONBOARDING  · 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新進人員引導與職務培訓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519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｜ 電商行銷助理 ｜ 我們相互賦能，共創價值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培訓對象 ○○○ ｜ 員工編號 T2026XX ｜ 到職 2026.XX.XX ｜ 培訓導師 黃冠博 Gary（範例，請替換）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25312"/>
            <a:ext cx="1655064" cy="38404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153912" y="6035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B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威柏科技貿易有限公司　WEIBO Technology Trade Co., Ltd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AGENDA｜今天會講四件事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從認識公司到第一週安排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01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24328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043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關於威柏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4980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三軸使命、六大核心價值、品牌矩陣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7185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18" y="262432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9364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組織與位置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57301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六大部門、直屬主管、協作部門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19506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262432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81685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職能與藍圖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39622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核心職能、三個檢核點、個人職能手冊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018270" y="2423160"/>
            <a:ext cx="2622042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438" y="2624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4006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 系統與第一週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219438" y="3081528"/>
            <a:ext cx="221970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帳號開通、第一週時程、週報節奏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培訓原則：邊學邊記，最終產出自己的《個人職能手冊》；不懂就當場問，不要留到事後。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OUR MISSION｜三大生態軸心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一個生態系，三種承諾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02 / 11</a:t>
            </a:r>
            <a:endParaRPr lang="en-US" sz="9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2240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公司願景：成為亞洲最具影響力的科技生活創新生態平台　｜　WEI = We Empower Innovation → 我們相互賦能，共創價值</a:t>
            </a:r>
            <a:endParaRPr lang="en-US" sz="1200" dirty="0"/>
          </a:p>
        </p:txBody>
      </p:sp>
      <p:sp>
        <p:nvSpPr>
          <p:cNvPr id="11" name="Shape 6"/>
          <p:cNvSpPr/>
          <p:nvPr/>
        </p:nvSpPr>
        <p:spPr>
          <a:xfrm>
            <a:off x="1818132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818132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體 驗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68096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56616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417320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讓科技變得更友善</a:t>
            </a:r>
            <a:endParaRPr 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768096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透過專櫃、體驗店與 OMO 整合，打造「放心試、安心買、開心用」的沉浸式 3C 環境。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5591556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591556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 技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322064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7F7FF"/>
          </a:solidFill>
          <a:ln w="9525">
            <a:solidFill>
              <a:srgbClr val="A3A3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41520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356616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190744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WEIBO 台灣最強品牌落地能力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4541520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以專業代理、供應鏈管理與全通路營運，協助全球科技品牌快速落地台灣市場。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9364980" y="278892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5D59FF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9364980" y="27889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spc="2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未 來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8095488" y="3246120"/>
            <a:ext cx="3544824" cy="233172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8314944" y="34472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3566160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964168" y="34655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WEILIFE 重新定義生活質感</a:t>
            </a:r>
            <a:endParaRPr lang="en-US" sz="1500" dirty="0"/>
          </a:p>
        </p:txBody>
      </p:sp>
      <p:sp>
        <p:nvSpPr>
          <p:cNvPr id="31" name="Text 23"/>
          <p:cNvSpPr txBox="1"/>
          <p:nvPr/>
        </p:nvSpPr>
        <p:spPr>
          <a:xfrm>
            <a:off x="8314944" y="4114800"/>
            <a:ext cx="31059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以未來視角自主開發產品，探索下一個世代兼具設計與實用的生活方式。</a:t>
            </a:r>
            <a:endParaRPr lang="en-US" sz="115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三軸共構，共同為人們創造更好的科技生活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VALUES｜威柏人的行為準則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品牌靈魂：六大核心價值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03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8096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651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自由與責任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68096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各抒己見、勇於發聲；共識形成後全力負責。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322064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41520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26517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90744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顧客至上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41520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以用戶需求為核心快速行動，落實「用心、放心、貼心」。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095488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14944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26517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64168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成長心態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314944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保持好奇心、擁抱變化、勇於升級。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8096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45312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17320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凡事從簡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68096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Less is More。以最有效率的方式完成最重要的事。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322064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541520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392" y="4453128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190744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永續經營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4541520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追求長期更好、更強與更有意義。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8095488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8314944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3816" y="445312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964168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創造價值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8314944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每一次交付、互動與產出，都必須帶來實質價值。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BRAND PORTFOLIO｜品牌矩陣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你將接觸的品牌矩陣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04 / 11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371600"/>
                <a:gridCol w="3840480"/>
                <a:gridCol w="37764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品牌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類型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定位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主力商品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WEILIFE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自有品牌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以未來視角開發產品，台灣設計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特殊 3C、麥克風音響、磁吸無線充電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WiWU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為現代游牧工作者而生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行動電源、無線充電、保護膜、HUB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ACEFAST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「探索科技美學」透明系列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藍牙耳機、充電器、傳輸線、支架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SMASMALL 昔馬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復古未來主義個護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鋅合金電動刮鬍刀禮盒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FRAMULA 芬乘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總代理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嗅覺科技 × 調香工藝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居家擴香儀、車載香氛、寵物香氛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50+ 經銷品牌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經銷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上架前先確認總代理或經銷，定價權限不同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ORGANIZATION｜六大部門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組織架構與你的位置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05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1113282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0442" y="2788920"/>
            <a:ext cx="292608" cy="29260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人才資源部</a:t>
            </a:r>
            <a:endParaRPr lang="en-US" sz="1300" dirty="0"/>
          </a:p>
        </p:txBody>
      </p:sp>
      <p:sp>
        <p:nvSpPr>
          <p:cNvPr id="14" name="Text 8"/>
          <p:cNvSpPr txBox="1"/>
          <p:nvPr/>
        </p:nvSpPr>
        <p:spPr>
          <a:xfrm>
            <a:off x="640080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人資與系統 MIS</a:t>
            </a:r>
            <a:endParaRPr lang="en-US" sz="1050" dirty="0"/>
          </a:p>
        </p:txBody>
      </p:sp>
      <p:sp>
        <p:nvSpPr>
          <p:cNvPr id="15" name="Shape 9"/>
          <p:cNvSpPr/>
          <p:nvPr/>
        </p:nvSpPr>
        <p:spPr>
          <a:xfrm>
            <a:off x="2427732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2992374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9534" y="2788920"/>
            <a:ext cx="292608" cy="29260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2519172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行政管理部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2519172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採購／行政／專案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4306824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4871466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8626" y="278892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4398264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WEiZ 營運部</a:t>
            </a:r>
            <a:endParaRPr lang="en-US" sz="1300" dirty="0"/>
          </a:p>
        </p:txBody>
      </p:sp>
      <p:sp>
        <p:nvSpPr>
          <p:cNvPr id="24" name="Text 16"/>
          <p:cNvSpPr txBox="1"/>
          <p:nvPr/>
        </p:nvSpPr>
        <p:spPr>
          <a:xfrm>
            <a:off x="4398264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三櫃營運、供應商、OMO</a:t>
            </a:r>
            <a:endParaRPr lang="en-US" sz="1050" dirty="0"/>
          </a:p>
        </p:txBody>
      </p:sp>
      <p:sp>
        <p:nvSpPr>
          <p:cNvPr id="25" name="Shape 17"/>
          <p:cNvSpPr/>
          <p:nvPr/>
        </p:nvSpPr>
        <p:spPr>
          <a:xfrm>
            <a:off x="6185916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6750558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7718" y="2788920"/>
            <a:ext cx="292608" cy="29260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6277356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售後品保部</a:t>
            </a:r>
            <a:endParaRPr lang="en-US" sz="1300" dirty="0"/>
          </a:p>
        </p:txBody>
      </p:sp>
      <p:sp>
        <p:nvSpPr>
          <p:cNvPr id="29" name="Text 20"/>
          <p:cNvSpPr txBox="1"/>
          <p:nvPr/>
        </p:nvSpPr>
        <p:spPr>
          <a:xfrm>
            <a:off x="6277356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倉儲、客服、檢測維修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8065008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8629650" y="2651760"/>
            <a:ext cx="566928" cy="566928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6810" y="2788920"/>
            <a:ext cx="292608" cy="292608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156448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行銷業務部</a:t>
            </a:r>
            <a:endParaRPr lang="en-US" sz="1300" dirty="0"/>
          </a:p>
        </p:txBody>
      </p:sp>
      <p:sp>
        <p:nvSpPr>
          <p:cNvPr id="34" name="Text 24"/>
          <p:cNvSpPr txBox="1"/>
          <p:nvPr/>
        </p:nvSpPr>
        <p:spPr>
          <a:xfrm>
            <a:off x="8156448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品牌行銷、經銷業務</a:t>
            </a:r>
            <a:endParaRPr lang="en-US" sz="1050" dirty="0"/>
          </a:p>
        </p:txBody>
      </p:sp>
      <p:sp>
        <p:nvSpPr>
          <p:cNvPr id="35" name="Shape 25"/>
          <p:cNvSpPr/>
          <p:nvPr/>
        </p:nvSpPr>
        <p:spPr>
          <a:xfrm>
            <a:off x="9944100" y="2423160"/>
            <a:ext cx="1696212" cy="2103120"/>
          </a:xfrm>
          <a:prstGeom prst="roundRect">
            <a:avLst>
              <a:gd name="adj" fmla="val 7547"/>
            </a:avLst>
          </a:prstGeom>
          <a:solidFill>
            <a:srgbClr val="5D59FF"/>
          </a:solidFill>
          <a:ln w="9525">
            <a:solidFill>
              <a:srgbClr val="5D59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10508742" y="2651760"/>
            <a:ext cx="566928" cy="566928"/>
          </a:xfrm>
          <a:prstGeom prst="ellipse">
            <a:avLst/>
          </a:prstGeom>
          <a:solidFill>
            <a:srgbClr val="7A78FF"/>
          </a:solidFill>
          <a:ln w="12700">
            <a:solidFill>
              <a:srgbClr val="7A78FF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45902" y="2788920"/>
            <a:ext cx="292608" cy="292608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10035540" y="3383280"/>
            <a:ext cx="15133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電商通路部 ★</a:t>
            </a:r>
            <a:endParaRPr lang="en-US" sz="1300" dirty="0"/>
          </a:p>
        </p:txBody>
      </p:sp>
      <p:sp>
        <p:nvSpPr>
          <p:cNvPr id="39" name="Text 28"/>
          <p:cNvSpPr txBox="1"/>
          <p:nvPr/>
        </p:nvSpPr>
        <p:spPr>
          <a:xfrm>
            <a:off x="10035540" y="3767328"/>
            <a:ext cx="15133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momo／PChome／蝦皮／Pinkoi</a:t>
            </a:r>
            <a:endParaRPr lang="en-US" sz="1050" dirty="0"/>
          </a:p>
        </p:txBody>
      </p:sp>
      <p:sp>
        <p:nvSpPr>
          <p:cNvPr id="40" name="Text 29"/>
          <p:cNvSpPr txBox="1"/>
          <p:nvPr/>
        </p:nvSpPr>
        <p:spPr>
          <a:xfrm>
            <a:off x="548640" y="4800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總經理室統籌六大部門。★ 你在電商通路部，直屬主管：○○○。每天最常協作：售後品保部（出貨、客訴）、行銷業務部（素材）、行政管理部（採購進口）。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GROWTH ROADMAP｜90 天成長藍圖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0 到轉正的四個階段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06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2624328"/>
            <a:ext cx="329184" cy="329184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17043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 3 日</a:t>
            </a:r>
            <a:endParaRPr lang="en-US" sz="1500" dirty="0"/>
          </a:p>
        </p:txBody>
      </p:sp>
      <p:sp>
        <p:nvSpPr>
          <p:cNvPr id="13" name="Text 7"/>
          <p:cNvSpPr txBox="1"/>
          <p:nvPr/>
        </p:nvSpPr>
        <p:spPr>
          <a:xfrm>
            <a:off x="74980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熟悉三軸品牌與組織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帳號開通：T8／NAS／信箱／後台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認知驗收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337185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018" y="2624328"/>
            <a:ext cx="329184" cy="329184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399364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個月</a:t>
            </a:r>
            <a:endParaRPr lang="en-US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357301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第一週打底、第二週輪崗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第三週 momo 實戰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操作驗收</a:t>
            </a:r>
            <a:endParaRPr lang="en-US" sz="1100" dirty="0"/>
          </a:p>
        </p:txBody>
      </p:sp>
      <p:sp>
        <p:nvSpPr>
          <p:cNvPr id="18" name="Shape 11"/>
          <p:cNvSpPr/>
          <p:nvPr/>
        </p:nvSpPr>
        <p:spPr>
          <a:xfrm>
            <a:off x="619506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96228" y="2624328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681685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7C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個月</a:t>
            </a:r>
            <a:endParaRPr lang="en-US" sz="1500" dirty="0"/>
          </a:p>
        </p:txBody>
      </p:sp>
      <p:sp>
        <p:nvSpPr>
          <p:cNvPr id="21" name="Text 13"/>
          <p:cNvSpPr txBox="1"/>
          <p:nvPr/>
        </p:nvSpPr>
        <p:spPr>
          <a:xfrm>
            <a:off x="639622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獨立操作平台日常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主責 1 檔完整活動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啟動 KOL 邀約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9018270" y="2423160"/>
            <a:ext cx="2622042" cy="2377440"/>
          </a:xfrm>
          <a:prstGeom prst="roundRect">
            <a:avLst>
              <a:gd name="adj" fmla="val 5385"/>
            </a:avLst>
          </a:prstGeom>
          <a:solidFill>
            <a:srgbClr val="5D59FF"/>
          </a:solidFill>
          <a:ln w="9525">
            <a:solidFill>
              <a:srgbClr val="5D59FF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19438" y="2624328"/>
            <a:ext cx="329184" cy="329184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9640062" y="2606040"/>
            <a:ext cx="17990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3 個月</a:t>
            </a:r>
            <a:endParaRPr lang="en-US" sz="1500" dirty="0"/>
          </a:p>
        </p:txBody>
      </p:sp>
      <p:sp>
        <p:nvSpPr>
          <p:cNvPr id="25" name="Text 16"/>
          <p:cNvSpPr txBox="1"/>
          <p:nvPr/>
        </p:nvSpPr>
        <p:spPr>
          <a:xfrm>
            <a:off x="9219438" y="3081528"/>
            <a:ext cx="221970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獨立主責 1–2 個平台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數據化成效覆盤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EE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轉正面談</a:t>
            </a:r>
            <a:endParaRPr lang="en-US" sz="1100" dirty="0"/>
          </a:p>
        </p:txBody>
      </p:sp>
      <p:sp>
        <p:nvSpPr>
          <p:cNvPr id="26" name="Text 17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每階段結束由培訓導師檢核，未達標則延長輔導期；每週五提交工作週報。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COMPETENCIES｜必備能力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電商行銷六大核心職能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07 / 11</a:t>
            </a:r>
            <a:endParaRPr lang="en-US" sz="950" dirty="0"/>
          </a:p>
        </p:txBody>
      </p:sp>
      <p:sp>
        <p:nvSpPr>
          <p:cNvPr id="10" name="Shape 5"/>
          <p:cNvSpPr/>
          <p:nvPr/>
        </p:nvSpPr>
        <p:spPr>
          <a:xfrm>
            <a:off x="548640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768096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265176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417320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數字敏感度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768096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看得懂銷量、毛利率、ROAS、DOI；每個決策都能用數字說明。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4322064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4541520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0392" y="26517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5190744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平台規則熟練度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4541520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活動機制、抽成、罰則與時限都不同，規則就是成本。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8095488" y="2331720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314944" y="2532888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816" y="2651760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964168" y="2551176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細心與時效意識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8314944" y="3200400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出貨 D+1、客訴 D+2、評價 D+5，遲一天就是罰金。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548640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768096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4453128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417320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跨部門溝通</a:t>
            </a:r>
            <a:endParaRPr lang="en-US" sz="1500" dirty="0"/>
          </a:p>
        </p:txBody>
      </p:sp>
      <p:sp>
        <p:nvSpPr>
          <p:cNvPr id="29" name="Text 20"/>
          <p:cNvSpPr txBox="1"/>
          <p:nvPr/>
        </p:nvSpPr>
        <p:spPr>
          <a:xfrm>
            <a:off x="768096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串接倉儲、品保、行銷、採購，任一環節斷線檔期就開天窗。</a:t>
            </a:r>
            <a:endParaRPr lang="en-US" sz="1100" dirty="0"/>
          </a:p>
        </p:txBody>
      </p:sp>
      <p:sp>
        <p:nvSpPr>
          <p:cNvPr id="30" name="Shape 21"/>
          <p:cNvSpPr/>
          <p:nvPr/>
        </p:nvSpPr>
        <p:spPr>
          <a:xfrm>
            <a:off x="4322064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541520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60392" y="4453128"/>
            <a:ext cx="274320" cy="27432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5190744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競品與趨勢敏感</a:t>
            </a:r>
            <a:endParaRPr lang="en-US" sz="1500" dirty="0"/>
          </a:p>
        </p:txBody>
      </p:sp>
      <p:sp>
        <p:nvSpPr>
          <p:cNvPr id="34" name="Text 24"/>
          <p:cNvSpPr txBox="1"/>
          <p:nvPr/>
        </p:nvSpPr>
        <p:spPr>
          <a:xfrm>
            <a:off x="4541520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掌握競品價格、案型、素材，作為與 MD 談版位的籌碼。</a:t>
            </a:r>
            <a:endParaRPr lang="en-US" sz="1100" dirty="0"/>
          </a:p>
        </p:txBody>
      </p:sp>
      <p:sp>
        <p:nvSpPr>
          <p:cNvPr id="35" name="Shape 25"/>
          <p:cNvSpPr/>
          <p:nvPr/>
        </p:nvSpPr>
        <p:spPr>
          <a:xfrm>
            <a:off x="8095488" y="4133088"/>
            <a:ext cx="3544824" cy="1600200"/>
          </a:xfrm>
          <a:prstGeom prst="roundRect">
            <a:avLst>
              <a:gd name="adj" fmla="val 9143"/>
            </a:avLst>
          </a:prstGeom>
          <a:solidFill>
            <a:srgbClr val="FFFFFF"/>
          </a:solidFill>
          <a:ln w="9525">
            <a:solidFill>
              <a:srgbClr val="ECECF8"/>
            </a:solidFill>
            <a:prstDash val="solid"/>
          </a:ln>
          <a:effectLst>
            <a:outerShdw sx="100000" sy="100000" kx="0" ky="0" algn="bl" rotWithShape="0" blurRad="177800" dist="50800" dir="5400000">
              <a:srgbClr val="5D59FF">
                <a:alpha val="10000"/>
              </a:srgbClr>
            </a:outerShdw>
          </a:effectLst>
        </p:spPr>
      </p:sp>
      <p:sp>
        <p:nvSpPr>
          <p:cNvPr id="36" name="Shape 26"/>
          <p:cNvSpPr/>
          <p:nvPr/>
        </p:nvSpPr>
        <p:spPr>
          <a:xfrm>
            <a:off x="8314944" y="4334256"/>
            <a:ext cx="512064" cy="512064"/>
          </a:xfrm>
          <a:prstGeom prst="ellipse">
            <a:avLst/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33816" y="4453128"/>
            <a:ext cx="274320" cy="27432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8964168" y="4352544"/>
            <a:ext cx="2456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成長心態與 AI 工具</a:t>
            </a:r>
            <a:endParaRPr lang="en-US" sz="1500" dirty="0"/>
          </a:p>
        </p:txBody>
      </p:sp>
      <p:sp>
        <p:nvSpPr>
          <p:cNvPr id="39" name="Text 28"/>
          <p:cNvSpPr txBox="1"/>
          <p:nvPr/>
        </p:nvSpPr>
        <p:spPr>
          <a:xfrm>
            <a:off x="8314944" y="5001768"/>
            <a:ext cx="310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主動學習；善用 AI 提升素材產出與資料整理效率。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SYSTEMS｜系統與帳號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你會用到的系統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08 / 11</a:t>
            </a:r>
            <a:endParaRPr lang="en-US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167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743200"/>
                <a:gridCol w="213055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用途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入口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人資考勤 NUEiP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打卡、請假、福利假申請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NUEiP 網頁／APP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NAS 雲端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檔案存取與歸檔規則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QuickConnect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Email、行事曆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對外聯繫、MD／PM 提報信件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webmail.weiboltd.com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員工編號@weiboltd.com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ERP 正航 T8 ★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電商發貨單、調撥單、庫存查詢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T8 應用程式（電腦版）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員工編號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雲端總機 EVOX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客服來電接聽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行政配發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CubeLV ／ Notion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專案、AI 工作、會議紀錄、定稿登記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網頁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 Google 帳號</a:t>
                      </a:r>
                      <a:endParaRPr lang="en-US" sz="115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</a:tbl>
          </a:graphicData>
        </a:graphic>
      </p:graphicFrame>
      <p:sp>
        <p:nvSpPr>
          <p:cNvPr id="11" name="Text 5"/>
          <p:cNvSpPr txBox="1"/>
          <p:nvPr/>
        </p:nvSpPr>
        <p:spPr>
          <a:xfrm>
            <a:off x="548640" y="54406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初始密碼由行政管理部另行提供，首次登入請立即更改；帳密不得外借，不寫在任何簡報或文件內。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92608"/>
            <a:ext cx="141732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flipH="1">
            <a:off x="1965960" y="502920"/>
            <a:ext cx="164592" cy="566928"/>
          </a:xfrm>
          <a:prstGeom prst="line">
            <a:avLst/>
          </a:prstGeom>
          <a:noFill/>
          <a:ln w="15875">
            <a:solidFill>
              <a:srgbClr val="A3A3FF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2286000" y="5669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8B8B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1｜第一個星期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43584"/>
            <a:ext cx="6035040" cy="100584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48132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你的第一個星期</a:t>
            </a:r>
            <a:endParaRPr lang="en-US" sz="2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645920" cy="2743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0405872" y="599846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EEEEFF"/>
          </a:solidFill>
          <a:ln w="12700">
            <a:solidFill>
              <a:srgbClr val="EEEEFF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0405872" y="599846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D59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Page 09 / 11</a:t>
            </a:r>
            <a:endParaRPr lang="en-US" sz="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110916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566160"/>
                <a:gridCol w="4023360"/>
                <a:gridCol w="24048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下午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產出／檢核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59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1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公司概覽：三軸、組織、通路與產品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系統入門：T8 查詢、信箱、NAS、分機；建立個人 AI 助理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完成所有帳號登入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2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momo／PChome 後台導覽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職能①–④：上架、提報、撈單出貨、客服評價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獨立完成一筆轉單出貨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3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職能⑤–⑦：站內廣告、素材、流量推廣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產品毛利試算：抽成、運費、後扣、mo 幣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毛利試算表一份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4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售後品保輪崗：收貨、檢測、退貨路徑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行銷業務輪崗：素材需求、經銷提報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輪崗筆記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第 5 日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週報格式與提交機制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首週驗收：導師檢核前四日交辦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66666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個人職能手冊初稿</a:t>
                      </a:r>
                      <a:endParaRPr lang="en-US" sz="1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94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D6D5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WELCOME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060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再次歡迎加入威柏科技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讓我們相互賦能，共創精彩生活與未來。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E6E6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培訓導師 黃冠博 Gary ｜ 直屬主管 ○○○ ｜ 有問題直接問，不要留到事後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925312"/>
            <a:ext cx="1655064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WEIBO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WEIBO 新進員工簡報模板</dc:title>
  <dc:subject>PptxGenJS Presentation</dc:subject>
  <dc:creator>威柏科技貿易有限公司</dc:creator>
  <cp:lastModifiedBy>威柏科技貿易有限公司</cp:lastModifiedBy>
  <cp:revision>1</cp:revision>
  <dcterms:created xsi:type="dcterms:W3CDTF">2026-09-10T08:11:22Z</dcterms:created>
  <dcterms:modified xsi:type="dcterms:W3CDTF">2026-09-10T08:11:22Z</dcterms:modified>
</cp:coreProperties>
</file>